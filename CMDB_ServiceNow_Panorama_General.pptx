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Panorama General de la CMDB en ServiceNow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sobre principios, capacidades y buenas prácticas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CMDB?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Repositorio centralizado de activos de TI (CIs)</a:t>
            </a:r>
          </a:p>
          <a:p>
            <a:pPr>
              <a:defRPr sz="2000"/>
            </a:pPr>
            <a:r>
              <a:t>Incluye servidores, aplicaciones, redes, servicios, usuarios, etc.</a:t>
            </a:r>
          </a:p>
          <a:p>
            <a:pPr>
              <a:defRPr sz="2000"/>
            </a:pPr>
            <a:r>
              <a:t>Mapea relaciones entre componentes</a:t>
            </a:r>
          </a:p>
          <a:p>
            <a:pPr>
              <a:defRPr sz="2000"/>
            </a:pPr>
            <a:r>
              <a:t>Visibilidad de la infraestructura y su impacto en el negocio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Clave de la CMDB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Precisión: Datos actualizados y confiables</a:t>
            </a:r>
          </a:p>
          <a:p>
            <a:pPr>
              <a:defRPr sz="2000"/>
            </a:pPr>
            <a:r>
              <a:t>Relaciones: Conexiones claras entre CIs</a:t>
            </a:r>
          </a:p>
          <a:p>
            <a:pPr>
              <a:defRPr sz="2000"/>
            </a:pPr>
            <a:r>
              <a:t>Control: Ciclo de vida de los CIs</a:t>
            </a:r>
          </a:p>
          <a:p>
            <a:pPr>
              <a:defRPr sz="2000"/>
            </a:pPr>
            <a:r>
              <a:t>Automatización: Uso de Discovery y fuentes externas</a:t>
            </a:r>
          </a:p>
          <a:p>
            <a:pPr>
              <a:defRPr sz="2000"/>
            </a:pPr>
            <a:r>
              <a:t>Trazabilidad: Historial de cambios y auditorías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Capacidades de la CMDB en ServiceNow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Discovery automático de activos</a:t>
            </a:r>
          </a:p>
          <a:p>
            <a:pPr>
              <a:defRPr sz="2000"/>
            </a:pPr>
            <a:r>
              <a:t>Service Mapping: Vista de los servicios de negocio</a:t>
            </a:r>
          </a:p>
          <a:p>
            <a:pPr>
              <a:defRPr sz="2000"/>
            </a:pPr>
            <a:r>
              <a:t>Integración con ITSM (incidentes, cambios, problemas)</a:t>
            </a:r>
          </a:p>
          <a:p>
            <a:pPr>
              <a:defRPr sz="2000"/>
            </a:pPr>
            <a:r>
              <a:t>Dashboards y reportes personalizables</a:t>
            </a:r>
          </a:p>
          <a:p>
            <a:pPr>
              <a:defRPr sz="2000"/>
            </a:pPr>
            <a:r>
              <a:t>Soporte para GRC y gestión de riesgos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Definir objetivos claros para la CMDB</a:t>
            </a:r>
          </a:p>
          <a:p>
            <a:pPr>
              <a:defRPr sz="2000"/>
            </a:pPr>
            <a:r>
              <a:t>Usar modelos estándar de CIs</a:t>
            </a:r>
          </a:p>
          <a:p>
            <a:pPr>
              <a:defRPr sz="2000"/>
            </a:pPr>
            <a:r>
              <a:t>Automatizar recolección de datos con Discovery</a:t>
            </a:r>
          </a:p>
          <a:p>
            <a:pPr>
              <a:defRPr sz="2000"/>
            </a:pPr>
            <a:r>
              <a:t>Mantener relaciones precisas y actualizadas</a:t>
            </a:r>
          </a:p>
          <a:p>
            <a:pPr>
              <a:defRPr sz="2000"/>
            </a:pPr>
            <a:r>
              <a:t>Evitar datos irrelevantes</a:t>
            </a:r>
          </a:p>
          <a:p>
            <a:pPr>
              <a:defRPr sz="2000"/>
            </a:pPr>
            <a:r>
              <a:t>Auditorías periódicas de calidad</a:t>
            </a:r>
          </a:p>
          <a:p>
            <a:pPr>
              <a:defRPr sz="2000"/>
            </a:pPr>
            <a:r>
              <a:t>Integrar con ITSM, ITOM y SecOps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una CMDB Bien Gestionada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Mayor eficiencia operativa</a:t>
            </a:r>
          </a:p>
          <a:p>
            <a:pPr>
              <a:defRPr sz="2000"/>
            </a:pPr>
            <a:r>
              <a:t>Resolución rápida de incidentes</a:t>
            </a:r>
          </a:p>
          <a:p>
            <a:pPr>
              <a:defRPr sz="2000"/>
            </a:pPr>
            <a:r>
              <a:t>Evaluación precisa del impacto de cambios</a:t>
            </a:r>
          </a:p>
          <a:p>
            <a:pPr>
              <a:defRPr sz="2000"/>
            </a:pPr>
            <a:r>
              <a:t>Mejora en cumplimiento y gobernanza</a:t>
            </a:r>
          </a:p>
          <a:p>
            <a:pPr>
              <a:defRPr sz="2000"/>
            </a:pPr>
            <a:r>
              <a:t>Visibilidad de servicios críticos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 CMDB es el corazón de la gestión de servicios TI</a:t>
            </a:r>
          </a:p>
          <a:p>
            <a:pPr>
              <a:defRPr sz="2000"/>
            </a:pPr>
            <a:r>
              <a:t>Facilita decisiones inteligentes y de bajo riesgo</a:t>
            </a:r>
          </a:p>
          <a:p>
            <a:pPr>
              <a:defRPr sz="2000"/>
            </a:pPr>
            <a:r>
              <a:t>Clave para eficiencia, control y visibilidad del negocio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